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ound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645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AVANCÉ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 Technique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B — Professionnalisation du code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133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anonymes &amp; Closures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590288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5171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natives array_*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974336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90118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5358384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5285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Packagist.org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087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1508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Fonctions Anonymes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8288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sans nom, assignables à des variables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0" y="15087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12280" y="1508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Arrow Functions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12280" y="18288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 courte fn() =&gt; introduite en PHP 7.4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6060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2606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Closures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9260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capturant des variables externes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51460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26060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12280" y="2606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Fonctions natives array_*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2280" y="29260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array_map, array_filter, array_reduce...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703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34440" y="3703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023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Gestionnaire de dépendances PHP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361188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3703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3703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Packagist.org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12280" y="4023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 de packages PHP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TECHNIQUE — PARTIE 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922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FONCTIONS ANONYMES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Qu'est-ce qu'une fonction anonyme 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</a:t>
            </a:r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anonyme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 une fonction sans nom, qu'on peut stocker dans une variable, passer en argument ou retourner depuis une autre fonction.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53288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exemple.php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28072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Fonction classique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081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saluer($nom) {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3558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"Bonjour $nom !";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630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9044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4178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Fonction anonyme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453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$saluer = function($nom) {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7274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"Bonjour $nom !";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5001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5276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$saluer("Fatou");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 l'utiliser 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1828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une logique courte en paramètre d'une autre fonction, sans avoir besoin de la nommer.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260604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0" y="27157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utilisation.php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46520" y="29900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Passer en argument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3264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$nombres = [1, 2, 3, 4, 5];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35387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38130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$doubles = array_map(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4087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function($n) {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46520" y="43616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$n * 2;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46360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46520" y="49103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$nombres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6520" y="51846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46520" y="54589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[2, 4, 6, 8, 10]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247120" y="64922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FONCTIONS ANONYMES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Arrow Functions — fn() =&gt;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Introduites en </a:t>
            </a:r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7.4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les arrow functions sont une syntaxe courte pour les fonctions anonymes simples. Elles capturent automatiquement les variables du contexte parent.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3957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avant.php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26700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Fonction anonyme classique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944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$double = function($n) {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2186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$n * 2;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4930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7673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40416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$double(5); // 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83680" y="228600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23957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après.php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12280" y="26700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Arrow function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12280" y="2944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$double = fn($n) =&gt; $n * 2;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12280" y="32186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12280" y="34930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12280" y="37673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$double(5); // 10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4389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Syntaxe courte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709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ligne suffit pour les cas simples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429768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0" y="4389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auto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0" y="4709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besoin de 'use' pour les variables externes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21040" y="429768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503920" y="4389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Retour implicite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03920" y="4709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besoin du mot-clé 'return'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247120" y="64922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FONCTIONS ANONYMES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Closures — Capturer le contexte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</a:t>
            </a:r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 une fonction anonyme qui 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des variables de son environnement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le mot-clé </a:t>
            </a:r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5394960" cy="256032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2585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closure.php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2532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Sans closure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8072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$taxe = 0.18;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081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3558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$calculerPrix = function($prix)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630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 ($taxe) {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9044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$prix * (1 + $taxe);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1788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4531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7274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$calculerPrix(1000);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50017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1180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148840"/>
            <a:ext cx="5394960" cy="256032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22585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projet-wallet.php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46520" y="2532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Closure dans notre projet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28072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$telephone = '771234567';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3081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33558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$filtrer = array_filter(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3630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$transactions,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39044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function($t) use ($telephone) {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41788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$t[1] === $telephone;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44531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46520" y="47274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50017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filtre par numéro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89204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50749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($var) → par valeur     |     use (&amp;$var) → par référence (modifiable)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247120" y="64922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FONCTIONS NATIVES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fonctions array_* en PHP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array_map()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 chaque élément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array_filter()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selon une condition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141732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104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array_reduce()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Réduit en une seule valeur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array_search()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 une valeur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251460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8056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array_column()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 une colonne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251460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2104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array_push()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 un élément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1115568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813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exemples.php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408736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array_map → doubler les montants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43616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$montants = [1000, 2000, 3000];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463600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$doubles = array_map(fn($m) =&gt; $m * 2, $montants);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49103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[2000, 4000, 6000]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51846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545896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array_filter → garder montants &gt; 1500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57332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$grands = array_filter($montants, fn($m) =&gt; $m &gt; 1500);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" y="600760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[2000, 3000]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247120" y="64922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FONCTIONS NATIVES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array_reduce — Agréger des données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array_reduce()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parcourt un tableau et accumule les éléments en une seule valeur (somme, concaténation, objet...).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30428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wallet-reduce.php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2578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Calculer total des dépôts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8529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$transactions = [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1272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["Dépôt", "77...", 5000, 0],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4015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["Dépôt", "77...", 3000, 0],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675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["Retrait", "77...", 2000, 200],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9502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224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4988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$totalDepots = array_reduce(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773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$transactions,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50474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function($carry, $t) {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53218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($t[0] === "Dépôt")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55961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$carry += $t[2];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58704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$carry;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61447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 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64190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21945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26517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array_reduce($tableau, $callback, $valeurInitiale)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374904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38587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résultat.php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46520" y="41330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Résultat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4407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$totalDepots;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46520" y="46817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8000 CFA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6520" y="49560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46520" y="5230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Valeur initiale = 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55046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$carry accumule la somme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46520" y="57790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$t = transaction courante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247120" y="64922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COMPOSER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gestionnaire de dépendances PHP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 l'outil standard pour gérer les bibliothèques externes (packages) dans un projet PHP. Il télécharge, installe et met à jour automatiquement les dépendances.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6858000" cy="3474720"/>
          </a:xfrm>
          <a:prstGeom prst="roundRect">
            <a:avLst>
              <a:gd name="adj" fmla="val 21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578608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2852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Installer Composer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1272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-sS https://getcomposer.org/installer | php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4015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6758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Initialiser un projet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9502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init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4224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4988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Installer un package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773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require vendor/package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50474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5321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Mettre à jour les packages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55961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update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0" y="141732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0" y="1508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composer.json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1828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de config listant les dépendances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89520" y="246888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0" y="2560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composer.lock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0" y="2880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Verrouille les versions exactes installées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89520" y="352044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0" y="3611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vendor/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0" y="3931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contenant tous les packages installés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589520" y="457200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772400" y="4663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autoload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0" y="4983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automatiquement les classes PHP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247120" y="64922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COMPOSER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fichier composer.json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2704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composer.json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801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075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"fatou/projet-wallet",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3500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"description": "E-Wallet PHP",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624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"type": "project",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8986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"require": {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1729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"php": "&gt;=8.0",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447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"vlucas/phpdotenv": "^5.5"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721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995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"autoload": {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2702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"psr-4": {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45445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"Wallet\\": "src/"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4818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50932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5367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56418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5916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puis dans index.php 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61904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'vendor/autoload.php';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141732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18745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les packages nécessaires au projet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30632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0" y="3154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autoload psr-4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35204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les namespaces aux dossiers automatiquement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47091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vendor/autoload.php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0" y="51663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Inclure ce fichier = accès à tous les packages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247120" y="64922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PACKAGIST.ORG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référentiel de packages PHP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Packagist.org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 le dépôt central de packages PHP. Quand vous tapez </a:t>
            </a:r>
            <a:pPr indent="0" marL="0">
              <a:buNone/>
            </a:pPr>
            <a:r>
              <a:rPr lang="en-US" sz="14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require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Composer cherche le package sur Packagist.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404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vlucas/phpdotenv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24048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^5.5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variables d'environnement (.env)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233172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2404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guzzlehttp/guzzle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332720" y="24048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^7.0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2743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HTTP pour appeler des APIs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410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monolog/monolog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34107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^3.0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logs avancé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33756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3410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phpunit/phpunit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32720" y="34107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^10.0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3749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tests unitaires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4416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laravel/framework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44165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^10.0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754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PHP complet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434340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4416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symfony/console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32720" y="44165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^6.0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4754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d'applications console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440680"/>
            <a:ext cx="1115568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5623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packagist.org  →  +350 000 packages disponibles  →  composer require nom/package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247120" y="64922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ound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résumé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487168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Fonctions anonymes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Stocker et passer des fonctions comme des variables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210312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248716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2194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Arrow functions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560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 courte fn() =&gt; pour les cas simples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675888"/>
            <a:ext cx="109728" cy="10972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Closures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749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Capturer le contexte avec use ($var)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29184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3675888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array_*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3749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Manipuler les tableaux de façon fonctionnelle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86460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937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dépendances PHP automatiquement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448056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4864608"/>
            <a:ext cx="109728" cy="10972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Packagist.org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29400" y="4937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+350 000 packages PHP disponibles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github.com/fn09072002-dotcom/projet-wallet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Technique - Partie B</dc:title>
  <dc:subject>PptxGenJS Presentation</dc:subject>
  <dc:creator>PptxGenJS</dc:creator>
  <cp:lastModifiedBy>PptxGenJS</cp:lastModifiedBy>
  <cp:revision>1</cp:revision>
  <dcterms:created xsi:type="dcterms:W3CDTF">2026-06-27T08:57:44Z</dcterms:created>
  <dcterms:modified xsi:type="dcterms:W3CDTF">2026-06-27T08:57:44Z</dcterms:modified>
</cp:coreProperties>
</file>